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B.Sc. PHYSICS   ·   DEPARTMENT OF NATURAL SCIENCES   ·   CUEA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F4E79"/>
                </a:solidFill>
                <a:latin typeface="Calibri"/>
              </a:rPr>
              <a:t>Measuring the External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95959"/>
                </a:solidFill>
                <a:latin typeface="Calibri"/>
              </a:rPr>
              <a:t>A cortical-proxy content observable and the mean-field bound on media-driven opinion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1005840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Brian Mwai</a:t>
            </a:r>
            <a:r>
              <a:rPr sz="1900" b="0">
                <a:solidFill>
                  <a:srgbClr val="595959"/>
                </a:solidFill>
                <a:latin typeface="Calibri"/>
              </a:rPr>
              <a:t>   1050555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42976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Supervisor: Dr. Songa Mutambi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57400"/>
            <a:ext cx="9692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Statistical physics has always modelled media as a field pushing on a population of coupled opinions.</a:t>
            </a:r>
          </a:p>
          <a:p>
            <a:pPr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That field is assumed. It is not measured.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969264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92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This project measures one from content itself, applies it to 400 articles, and derives how strong the coupling would have to be for a spread that size to move a population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97180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E75B6"/>
                </a:solidFill>
                <a:latin typeface="Calibri"/>
              </a:rPr>
              <a:t>01</a:t>
            </a:r>
          </a:p>
          <a:p>
            <a:pPr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problem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What is missing from the way media is modelled.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Two articles can report one event and leave readers in different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0292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WIRE REPORT</a:t>
            </a:r>
          </a:p>
          <a:p>
            <a:pPr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Federal Reserve holds interest rates steady, citing a stable inflation outlook.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00200"/>
            <a:ext cx="50292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46304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THE SAME EVENT</a:t>
            </a:r>
          </a:p>
          <a:p>
            <a:pPr>
              <a:spcAft>
                <a:spcPts val="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FED DESTROYS AMERICA. </a:t>
            </a:r>
            <a:r>
              <a:rPr sz="1800" b="0">
                <a:solidFill>
                  <a:srgbClr val="1A1A1A"/>
                </a:solidFill>
                <a:latin typeface="Calibri"/>
              </a:rPr>
              <a:t>Your savings are GONE. The collapse they hid from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01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informs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34015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provokes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Readers notice the difference and cannot quantify it. The platforms distributing both have no objective measure of which they are amplifying.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xt-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Existing tools measure the words; none measures the predicted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965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SENTIMENT, READABILITY, STANCE</a:t>
            </a:r>
          </a:p>
          <a:p>
            <a:pPr algn="ctr">
              <a:spcAft>
                <a:spcPts val="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characterise </a:t>
            </a:r>
            <a:r>
              <a:rPr sz="1900" b="1">
                <a:solidFill>
                  <a:srgbClr val="1A1A1A"/>
                </a:solidFill>
                <a:latin typeface="Calibri"/>
              </a:rPr>
              <a:t>the words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532120" y="2560320"/>
            <a:ext cx="1097280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95160" y="196596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4E79"/>
                </a:solidFill>
                <a:latin typeface="Calibri"/>
              </a:rPr>
              <a:t>THIS PROJECT</a:t>
            </a:r>
          </a:p>
          <a:p>
            <a:pPr algn="ctr">
              <a:spcAft>
                <a:spcPts val="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estimate </a:t>
            </a:r>
            <a:r>
              <a:rPr sz="1900" b="1">
                <a:solidFill>
                  <a:srgbClr val="1A1A1A"/>
                </a:solidFill>
                <a:latin typeface="Calibri"/>
              </a:rPr>
              <a:t>the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108200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A released neural encoder predicts cortical activity from the content, and the measurement is taken on that prediction.</a:t>
            </a:r>
          </a:p>
          <a:p>
            <a:pPr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The instrument is a thermometer for one property of media. The thesis is an account of building it, running it, and stating what its readings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97180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E75B6"/>
                </a:solidFill>
                <a:latin typeface="Calibri"/>
              </a:rPr>
              <a:t>02</a:t>
            </a:r>
          </a:p>
          <a:p>
            <a:pPr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instrument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From a passage of text to a single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A five-stage cascade turns one article into one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Text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one article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85415" y="1970532"/>
            <a:ext cx="219456" cy="12801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50592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Speech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synthesised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1970532"/>
            <a:ext cx="219456" cy="12801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4256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Timings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per word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2744" y="1970532"/>
            <a:ext cx="219456" cy="12801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Embeddings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text + audio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36408" y="1970532"/>
            <a:ext cx="219456" cy="12801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3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TRIBE v2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encoder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20072" y="1970532"/>
            <a:ext cx="219456" cy="128016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1554480"/>
            <a:ext cx="157276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20,484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vertices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62488" y="2514600"/>
            <a:ext cx="19050" cy="4114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19" y="2926080"/>
            <a:ext cx="8897112" cy="1905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2386584" y="2926080"/>
            <a:ext cx="164592" cy="384048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25880" y="3520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Affective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1,030 vertices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15584" y="2926080"/>
            <a:ext cx="164592" cy="384048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3520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Deliberative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851 vertices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76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595959"/>
                </a:solidFill>
                <a:latin typeface="Calibri"/>
              </a:rPr>
              <a:t>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7647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=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5204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One number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per article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1082009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Encoder: TRIBE v2, d'Ascoli et al., Meta FAIR (2025), arXiv:2507.22229.  Regions from HCP MMP1.0, Glasser et al. (2016).  Instrument at monarch-4iy.pages.dev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instrument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index contrasts two cortical networks, 1,030 vertices against 851</a:t>
            </a:r>
          </a:p>
        </p:txBody>
      </p:sp>
      <p:pic>
        <p:nvPicPr>
          <p:cNvPr id="4" name="Picture 3" descr="B1_roi_defin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71600"/>
            <a:ext cx="9326880" cy="4197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46320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Affective salience in orange, deliberative control in blue. Resolved once into vertex index sets and cached, so all 400 items are averaged over identical regions.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Regions defined on HCP MMP1.0 (Glasser et al., 2016); surfaces are fsaverage5.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instrument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observable is a signed difference, defined for every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1F4E79"/>
                </a:solidFill>
                <a:latin typeface="Calibri"/>
              </a:rPr>
              <a:t>NAA</a:t>
            </a:r>
            <a:r>
              <a:rPr sz="3800" b="1" baseline="-25000">
                <a:solidFill>
                  <a:srgbClr val="1F4E79"/>
                </a:solidFill>
                <a:latin typeface="Calibri"/>
              </a:rPr>
              <a:t>signed</a:t>
            </a:r>
            <a:r>
              <a:rPr sz="3800" b="1">
                <a:solidFill>
                  <a:srgbClr val="1F4E79"/>
                </a:solidFill>
                <a:latin typeface="Calibri"/>
              </a:rPr>
              <a:t>  =  A</a:t>
            </a:r>
            <a:r>
              <a:rPr sz="3800" b="1" baseline="-25000">
                <a:solidFill>
                  <a:srgbClr val="1F4E79"/>
                </a:solidFill>
                <a:latin typeface="Calibri"/>
              </a:rPr>
              <a:t>affective</a:t>
            </a:r>
            <a:r>
              <a:rPr sz="3800" b="1">
                <a:solidFill>
                  <a:srgbClr val="1F4E79"/>
                </a:solidFill>
                <a:latin typeface="Calibri"/>
              </a:rPr>
              <a:t>  −  A</a:t>
            </a:r>
            <a:r>
              <a:rPr sz="3800" b="1" baseline="-25000">
                <a:solidFill>
                  <a:srgbClr val="1F4E79"/>
                </a:solidFill>
                <a:latin typeface="Calibri"/>
              </a:rPr>
              <a:t>deliberative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3429000"/>
            <a:ext cx="649224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62472" y="3291840"/>
            <a:ext cx="19050" cy="2560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356616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9718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reasoning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9718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emotion 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A cortical proxy</a:t>
            </a:r>
            <a:r>
              <a:rPr sz="2000" b="0">
                <a:solidFill>
                  <a:srgbClr val="1A1A1A"/>
                </a:solidFill>
                <a:latin typeface="Calibri"/>
              </a:rPr>
              <a:t>: it rates content, never a person, and is never called the amygdala.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instrument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gnifying-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Inspecting the checkpoint changed what the project could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3429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01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Cortical only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No subcortical output.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Calibri"/>
              </a:rPr>
              <a:t>No amygdala, so the proposal's equation cannot be computed.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508760"/>
            <a:ext cx="3429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02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Averaged over subjects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The loader forces it.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It predicts a typical viewer, which Paper 3 tests.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508760"/>
            <a:ext cx="34290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Calibri"/>
              </a:rPr>
              <a:t>03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Standardised output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Means sit near zero, so a ratio breaks.</a:t>
            </a:r>
          </a:p>
          <a:p>
            <a:pPr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Undefined for 69 of 400 items; the difference replaces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All three were found by testing the checkpoint, before any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97180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E75B6"/>
                </a:solidFill>
                <a:latin typeface="Calibri"/>
              </a:rPr>
              <a:t>03</a:t>
            </a:r>
          </a:p>
          <a:p>
            <a:pPr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measurement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400 articles, scanned twice.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corpus is length-matched and was powered before the scan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100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fear-activating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ISOT-fake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84448" y="1463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100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high outrage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SemEval-2019 T4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3096" y="1463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100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reward hook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Webis-Clickbait-17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81744" y="1463040"/>
            <a:ext cx="260604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100</a:t>
            </a:r>
          </a:p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neutral informational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PubMed + ISOT-true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1082009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Length-matched. </a:t>
            </a:r>
            <a:r>
              <a:rPr sz="2000" b="0">
                <a:solidFill>
                  <a:srgbClr val="1A1A1A"/>
                </a:solidFill>
                <a:latin typeface="Calibri"/>
              </a:rPr>
              <a:t>Mean word counts 167.4, 163.5, 163.7, 162.2; standard deviations near 11.</a:t>
            </a: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Powered first. </a:t>
            </a:r>
            <a:r>
              <a:rPr sz="2000" b="0">
                <a:solidFill>
                  <a:srgbClr val="1A1A1A"/>
                </a:solidFill>
                <a:latin typeface="Calibri"/>
              </a:rPr>
              <a:t>Smallest detectable η² = 0.0268, smallest detectable AUC = 0.5916, both fixed before a single item was scanned.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82009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Corpora: Ahmed et al. (ISOT, 2017); Kiesel et al. (SemEval-2019 Task 4); Potthast et al. (Webis-Clickbait-17); PubMed open abstracts.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4884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FOUR CATEGORIES SEPARATE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200" b="1" i="0">
                <a:solidFill>
                  <a:srgbClr val="1F4E79"/>
                </a:solidFill>
                <a:latin typeface="Calibri"/>
              </a:rPr>
              <a:t>η² = 0.1068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60520"/>
            <a:ext cx="85340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F = 15.779    p = 1.03 × 10⁻⁹    n = 400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against a design powered to detect 0.0268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Categories shift against each other, but the distributions overlap</a:t>
            </a:r>
          </a:p>
        </p:txBody>
      </p:sp>
      <p:pic>
        <p:nvPicPr>
          <p:cNvPr id="4" name="Picture 3" descr="fig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325880"/>
            <a:ext cx="6613071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12064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Every category mean is negative: the deliberative network leads throughout, and the categories differ in how far below zero they 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Fear-activating content carries the effect; outrage moves both networks equally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6120" y="1600200"/>
            <a:ext cx="19050" cy="2331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28216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fear-activating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64408" y="1783080"/>
            <a:ext cx="6010351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2775" y="172821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d = 0.939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05456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reward hook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2560320"/>
            <a:ext cx="2041855" cy="3291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4279" y="250545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E75B6"/>
                </a:solidFill>
                <a:latin typeface="Calibri"/>
              </a:rPr>
              <a:t>d = 0.319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82696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high outrage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3337560"/>
            <a:ext cx="192024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3282696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d = 0.030   </a:t>
            </a:r>
            <a:r>
              <a:rPr sz="1700" b="0">
                <a:solidFill>
                  <a:srgbClr val="595959"/>
                </a:solidFill>
                <a:latin typeface="Calibri"/>
              </a:rPr>
              <a:t>p = 0.832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1082009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Cohen's d against the neutral baseline.</a:t>
            </a:r>
          </a:p>
          <a:p>
            <a:pPr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Outrage is the category the proposal expected to separate most. Taken apart, it raises both networks: affective d = +0.507, deliberative d = +0.491. Fear raises one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Category cannot be told apart from source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417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Calibri"/>
              </a:rPr>
              <a:t>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1417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95959"/>
                </a:solidFill>
                <a:latin typeface="Calibri"/>
              </a:rPr>
              <a:t>SOURCE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874519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fear-activating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09160" y="2084831"/>
            <a:ext cx="2743200" cy="128016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874519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ISOT-fake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587752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high outrage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09160" y="2798064"/>
            <a:ext cx="2743200" cy="128016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2587752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SemEval-2019 Task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300984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reward hook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09160" y="3511296"/>
            <a:ext cx="2743200" cy="128016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3300984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Webis-Clickbait-17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014215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neutral informational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09160" y="4224528"/>
            <a:ext cx="2743200" cy="128016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014215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PubMed + ISOT-true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One source per category, so the separation is between corpora and cannot be attributed to framing. Length is controlled; provenance is 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A bag of words beats the index on the label, so the index is not a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595959"/>
                </a:solidFill>
                <a:latin typeface="Calibri"/>
              </a:rPr>
              <a:t>0.6274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AUC, the index, nothing fitted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C0392B"/>
                </a:solidFill>
                <a:latin typeface="Calibri"/>
              </a:rPr>
              <a:t>0.9758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AUC, TF-IDF + logistic, 5-fold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108200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Same 400 rows, same label. Sentiment (VADER) sits at chance, 0.5392. The same words guess the source 66% of the time against 25% chance, so much of the lexical win is provenance.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The index is a field observable for the physics, not a detector.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2009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Hutto &amp; Gilbert (2014), VADER.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rows-clock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Group-level claims hold at this precision; per-item claims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1F4E79"/>
                </a:solidFill>
                <a:latin typeface="Calibri"/>
              </a:rPr>
              <a:t>0.8725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ICC between two GPU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The separation replicates: η² = 0.0888 against 0.1068.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5029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C0392B"/>
                </a:solidFill>
                <a:latin typeface="Calibri"/>
              </a:rPr>
              <a:t>12.8%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060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of items reverse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1546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51 of 400. Noise alone predicts 55, so no verdict on one article is ever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encoder returns a full cortical map, not a summary statistic</a:t>
            </a:r>
          </a:p>
        </p:txBody>
      </p:sp>
      <p:pic>
        <p:nvPicPr>
          <p:cNvPr id="4" name="Picture 3" descr="B3_per_vertex_fear_activating-0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325880"/>
            <a:ext cx="7863840" cy="3538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892040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One fear-activating item at all 20,484 vertices, painted above the map's 70th percentile. Nothing is smoothed, interpolated or simulated.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97180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E75B6"/>
                </a:solidFill>
                <a:latin typeface="Calibri"/>
              </a:rPr>
              <a:t>04</a:t>
            </a:r>
          </a:p>
          <a:p>
            <a:pPr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The physics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What a measured field is worth.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Media enters the mean-field model as a field on the measured observable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Each person holds an opinion ±1, is pulled toward neighbours by J, and pushed by media with field h = αX, where X is the measured observable: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m  =  tanh( βJ m + h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820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F4E79"/>
                </a:solidFill>
                <a:latin typeface="Calibri"/>
              </a:rPr>
              <a:t>F(m) = a m² + b m⁴ − h m,        a = (1 − βJ)/2,        b = 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Coefficients derived, not assumed; this corrects the proposal's a and b. The solver recovers the mean-field exponents.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physics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x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corpus does not identify the coupling, so no value is quoted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820095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Tried. </a:t>
            </a:r>
            <a:r>
              <a:rPr sz="2000" b="0">
                <a:solidFill>
                  <a:srgbClr val="1A1A1A"/>
                </a:solidFill>
                <a:latin typeface="Calibri"/>
              </a:rPr>
              <a:t>Fit the outcome to the measured index and read off α.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Result. </a:t>
            </a:r>
            <a:r>
              <a:rPr sz="2000" b="0">
                <a:solidFill>
                  <a:srgbClr val="1A1A1A"/>
                </a:solidFill>
                <a:latin typeface="Calibri"/>
              </a:rPr>
              <a:t>Out of sample the fit does worse than the average, and the estimate depends on βJ, which nothing here measures.</a:t>
            </a:r>
          </a:p>
          <a:p>
            <a:pPr>
              <a:spcAft>
                <a:spcPts val="20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So no value of α is quoted anywhere.</a:t>
            </a:r>
          </a:p>
          <a:p>
            <a:pPr>
              <a:spcAft>
                <a:spcPts val="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What replaces it needs no fit at all: the bound on the next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Any content observable must clear a bound to drive a transition</a:t>
            </a:r>
          </a:p>
        </p:txBody>
      </p:sp>
      <p:pic>
        <p:nvPicPr>
          <p:cNvPr id="4" name="Picture 3" descr="F6_alpha_requ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5889867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7373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1F4E79"/>
                </a:solidFill>
                <a:latin typeface="Calibri"/>
              </a:rPr>
              <a:t>α  ≥  h</a:t>
            </a:r>
            <a:r>
              <a:rPr sz="3200" b="1" baseline="-25000">
                <a:solidFill>
                  <a:srgbClr val="1F4E79"/>
                </a:solidFill>
                <a:latin typeface="Calibri"/>
              </a:rPr>
              <a:t>c</a:t>
            </a:r>
            <a:r>
              <a:rPr sz="3200" b="1">
                <a:solidFill>
                  <a:srgbClr val="1F4E79"/>
                </a:solidFill>
                <a:latin typeface="Calibri"/>
              </a:rPr>
              <a:t>(βJ) / ΔX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74320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What α would have to be for media to tip opinion, for any observable, before any data. Within the mean-field model.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Measured ΔX = 0.1241 gives </a:t>
            </a:r>
            <a:r>
              <a:rPr sz="1800" b="1">
                <a:solidFill>
                  <a:srgbClr val="C0392B"/>
                </a:solidFill>
                <a:latin typeface="Calibri"/>
              </a:rPr>
              <a:t>α ≥ 4.29 at βJ =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The physics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48840"/>
            <a:ext cx="658368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8720" y="2971800"/>
            <a:ext cx="8229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2E75B6"/>
                </a:solidFill>
                <a:latin typeface="Calibri"/>
              </a:rPr>
              <a:t>05</a:t>
            </a:r>
          </a:p>
          <a:p>
            <a:pPr>
              <a:spcAft>
                <a:spcPts val="8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Standing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Calibri"/>
              </a:rPr>
              <a:t>What holds, and what is still open.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Against real brains the encoder is weakly positive, not anti-correlated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A company audit says the checkpoint this project runs is anti-correlated with real cortex. Tested here on public fMRI: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246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0.1517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noise ceiling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full episode, 4 subjects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514600"/>
            <a:ext cx="3246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+0.028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encoder vs brains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ceiling 0.096 on the same 80 scans, p = 0.048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514600"/>
            <a:ext cx="32461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3 bugs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silent, found, fixed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wrong episode, flipped array, two clocks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8200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Positive, weak, and not yet decisive on two minutes of film.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82009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Algonauts 2025; Schaefer et al. (2018); audit: The Sapient Company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ck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Four claims the work supports, and four it does not</a:t>
            </a:r>
          </a:p>
        </p:txBody>
      </p:sp>
      <p:pic>
        <p:nvPicPr>
          <p:cNvPr id="4" name="Picture 3" descr="check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4712" y="13716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4E79"/>
                </a:solidFill>
                <a:latin typeface="Calibri"/>
              </a:rPr>
              <a:t>SUPPORTED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 content observable that can be measured, with its reliability stated.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That it separates these four corpora at 0.1068, power attached.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 bound any candidate observable must satisfy, usable before data exists.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 noise ceiling on public fMRI, and a first check of the encoder against it.</a:t>
            </a:r>
          </a:p>
        </p:txBody>
      </p:sp>
      <p:pic>
        <p:nvPicPr>
          <p:cNvPr id="7" name="Picture 6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17320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31152" y="13716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NOT 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That the index detects manipulation. Source is confounded; TF-IDF scores 0.9758.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Anything about the amygdala. The checkpoint does not predict it.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Any value of the coupling α. The corpus does not identify it.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•  Any verdict on one article. 12.8% reverse between sessions.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The work yields a dissertation and three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2606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E75B6"/>
                </a:solidFill>
                <a:latin typeface="Calibri"/>
              </a:rPr>
              <a:t>81 pp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Dissertation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Complete, review answered.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448" y="1554480"/>
            <a:ext cx="2606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E75B6"/>
                </a:solidFill>
                <a:latin typeface="Calibri"/>
              </a:rPr>
              <a:t>12 pp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Paper 1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bound and the screening criterion. Physica A. Independent of the scan.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3096" y="1554480"/>
            <a:ext cx="2606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E75B6"/>
                </a:solidFill>
                <a:latin typeface="Calibri"/>
              </a:rPr>
              <a:t>16 pp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Paper 2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instrument, the corpus, the field bound. Physica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1744" y="1554480"/>
            <a:ext cx="2606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2E75B6"/>
                </a:solidFill>
                <a:latin typeface="Calibri"/>
              </a:rPr>
              <a:t>8 pp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Paper 3</a:t>
            </a:r>
          </a:p>
          <a:p>
            <a:pPr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The noise ceiling and a check of the encoder against real brains. Imaging Neuroscience.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26280"/>
            <a:ext cx="10820095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A1A1A"/>
                </a:solidFill>
                <a:latin typeface="Calibri"/>
              </a:rPr>
              <a:t>Every number in all four comes from a re-runnable script. Nothing is transcribed by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59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9304" y="310896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1.  </a:t>
            </a:r>
            <a:r>
              <a:rPr sz="1800" b="1">
                <a:solidFill>
                  <a:srgbClr val="1A1A1A"/>
                </a:solidFill>
                <a:latin typeface="Calibri"/>
              </a:rPr>
              <a:t>A field observable can be measured from content. </a:t>
            </a:r>
            <a:r>
              <a:rPr sz="1800" b="0">
                <a:solidFill>
                  <a:srgbClr val="1A1A1A"/>
                </a:solidFill>
                <a:latin typeface="Calibri"/>
              </a:rPr>
              <a:t>The instrument runs, the corpus is complete, and reliability is measured rather than assumed: ICC = 0.8725.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2.  </a:t>
            </a:r>
            <a:r>
              <a:rPr sz="1800" b="1">
                <a:solidFill>
                  <a:srgbClr val="1A1A1A"/>
                </a:solidFill>
                <a:latin typeface="Calibri"/>
              </a:rPr>
              <a:t>It separates four corpora at 0.1068, and the separation is confounded with source. </a:t>
            </a:r>
            <a:r>
              <a:rPr sz="1800" b="0">
                <a:solidFill>
                  <a:srgbClr val="1A1A1A"/>
                </a:solidFill>
                <a:latin typeface="Calibri"/>
              </a:rPr>
              <a:t>Both halves are reported, the confound first.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3.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coupling is unidentified, so the thesis reports a bound instead. </a:t>
            </a:r>
            <a:r>
              <a:rPr sz="1800" b="0">
                <a:solidFill>
                  <a:srgbClr val="1A1A1A"/>
                </a:solidFill>
                <a:latin typeface="Calibri"/>
              </a:rPr>
              <a:t>With ΔX = 0.1241, α ≥ 4.294 at βJ = 2 — a constraint on any future proposal of this mechanism.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E75B6"/>
                </a:solidFill>
                <a:latin typeface="Calibri"/>
              </a:rPr>
              <a:t>4.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encoder is weakly positive against real brains, not anti-correlated. </a:t>
            </a:r>
            <a:r>
              <a:rPr sz="1800" b="0">
                <a:solidFill>
                  <a:srgbClr val="1A1A1A"/>
                </a:solidFill>
                <a:latin typeface="Calibri"/>
              </a:rPr>
              <a:t>r = +0.028 against a ceiling of 0.096 on the same scans; not yet decisive.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349240"/>
            <a:ext cx="10820095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alibri"/>
              </a:rPr>
              <a:t>Brian Mwai  ·  1050555  ·  monarch-4iy.pages.dev  ·  github.com/brn-mwai/monarch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10896"/>
            <a:ext cx="108200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F4E79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20095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Ahmed, H., Traore, I., Saad, S. (2017). Detection of online fake news using n-gram analysis and machine learning. ISDDC.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d'Ascoli, S. et al. (2025). TRIBE: a trimodal brain encoder for whole-brain fMRI response prediction. Meta FAIR. arXiv:2507.22229.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Gifford, A. T. et al. (2025). The Algonauts Project 2025 Challenge. arXiv:2501.00504.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Glasser, M. F. et al. (2016). A multi-modal parcellation of human cerebral cortex. Nature 536, 171–178.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Hutto, C. J., Gilbert, E. (2014). VADER: a parsimonious rule-based model for sentiment analysis of social media text. ICWSM.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Kiesel, J. et al. (2019). SemEval-2019 Task 4: hyperpartisan news detection. SemEval.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Korbel, J., Dahdoul, R., Thurner, S. (2026). Empirical validation of the polarization transition in a double-random field model of elections. Phys. Rev. Lett. 136, 127402.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Potthast, M. et al. (2018). Crowdsourcing a large corpus of clickbait on Twitter. COLING, 1498–1507.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Sapient Company (2026). The Faceless Brain. Self-published technical report.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Schaefer, A. et al. (2018). Local-global parcellation of the human cerebral cortex. Cereb. Cortex 28, 3095–3114.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9107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6291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